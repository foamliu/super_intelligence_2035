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7" r:id="rId2"/>
  </p:sldIdLst>
  <p:sldSz cx="12192000" cy="56880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7A52"/>
    <a:srgbClr val="340D68"/>
    <a:srgbClr val="264D14"/>
    <a:srgbClr val="A59664"/>
    <a:srgbClr val="6F3BC3"/>
    <a:srgbClr val="000000"/>
    <a:srgbClr val="63420C"/>
    <a:srgbClr val="3D2678"/>
    <a:srgbClr val="703CC3"/>
    <a:srgbClr val="A595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91"/>
  </p:normalViewPr>
  <p:slideViewPr>
    <p:cSldViewPr snapToGrid="0" showGuides="1">
      <p:cViewPr>
        <p:scale>
          <a:sx n="104" d="100"/>
          <a:sy n="104" d="100"/>
        </p:scale>
        <p:origin x="824" y="976"/>
      </p:cViewPr>
      <p:guideLst>
        <p:guide orient="horz" pos="179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04304-3D6C-2F4A-A62B-5DDFA65E2ED6}" type="datetimeFigureOut">
              <a:rPr kumimoji="1" lang="zh-CN" altLang="en-US" smtClean="0"/>
              <a:t>2026/10/28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2238" y="1143000"/>
            <a:ext cx="6613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6BBBD-C6AF-D84D-BE0D-729AF9274BE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9431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6BBBD-C6AF-D84D-BE0D-729AF9274BE6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7531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30886"/>
            <a:ext cx="9144000" cy="1980271"/>
          </a:xfrm>
        </p:spPr>
        <p:txBody>
          <a:bodyPr anchor="b"/>
          <a:lstStyle>
            <a:lvl1pPr algn="ctr">
              <a:defRPr sz="497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87524"/>
            <a:ext cx="9144000" cy="1373286"/>
          </a:xfrm>
        </p:spPr>
        <p:txBody>
          <a:bodyPr/>
          <a:lstStyle>
            <a:lvl1pPr marL="0" indent="0" algn="ctr">
              <a:buNone/>
              <a:defRPr sz="1991"/>
            </a:lvl1pPr>
            <a:lvl2pPr marL="379202" indent="0" algn="ctr">
              <a:buNone/>
              <a:defRPr sz="1659"/>
            </a:lvl2pPr>
            <a:lvl3pPr marL="758403" indent="0" algn="ctr">
              <a:buNone/>
              <a:defRPr sz="1493"/>
            </a:lvl3pPr>
            <a:lvl4pPr marL="1137605" indent="0" algn="ctr">
              <a:buNone/>
              <a:defRPr sz="1327"/>
            </a:lvl4pPr>
            <a:lvl5pPr marL="1516807" indent="0" algn="ctr">
              <a:buNone/>
              <a:defRPr sz="1327"/>
            </a:lvl5pPr>
            <a:lvl6pPr marL="1896008" indent="0" algn="ctr">
              <a:buNone/>
              <a:defRPr sz="1327"/>
            </a:lvl6pPr>
            <a:lvl7pPr marL="2275210" indent="0" algn="ctr">
              <a:buNone/>
              <a:defRPr sz="1327"/>
            </a:lvl7pPr>
            <a:lvl8pPr marL="2654412" indent="0" algn="ctr">
              <a:buNone/>
              <a:defRPr sz="1327"/>
            </a:lvl8pPr>
            <a:lvl9pPr marL="3033613" indent="0" algn="ctr">
              <a:buNone/>
              <a:defRPr sz="132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6223-6FA0-41F8-9DDD-F44139D0584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046A1-A7F5-42A3-81B5-FD5577CAD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283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6223-6FA0-41F8-9DDD-F44139D0584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046A1-A7F5-42A3-81B5-FD5577CAD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34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18054"/>
            <a:ext cx="10515600" cy="2366055"/>
          </a:xfrm>
        </p:spPr>
        <p:txBody>
          <a:bodyPr anchor="b"/>
          <a:lstStyle>
            <a:lvl1pPr>
              <a:defRPr sz="497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806493"/>
            <a:ext cx="10515600" cy="1244252"/>
          </a:xfrm>
        </p:spPr>
        <p:txBody>
          <a:bodyPr/>
          <a:lstStyle>
            <a:lvl1pPr marL="0" indent="0">
              <a:buNone/>
              <a:defRPr sz="1991">
                <a:solidFill>
                  <a:schemeClr val="tx1">
                    <a:tint val="82000"/>
                  </a:schemeClr>
                </a:solidFill>
              </a:defRPr>
            </a:lvl1pPr>
            <a:lvl2pPr marL="379202" indent="0">
              <a:buNone/>
              <a:defRPr sz="1659">
                <a:solidFill>
                  <a:schemeClr val="tx1">
                    <a:tint val="82000"/>
                  </a:schemeClr>
                </a:solidFill>
              </a:defRPr>
            </a:lvl2pPr>
            <a:lvl3pPr marL="758403" indent="0">
              <a:buNone/>
              <a:defRPr sz="1493">
                <a:solidFill>
                  <a:schemeClr val="tx1">
                    <a:tint val="82000"/>
                  </a:schemeClr>
                </a:solidFill>
              </a:defRPr>
            </a:lvl3pPr>
            <a:lvl4pPr marL="1137605" indent="0">
              <a:buNone/>
              <a:defRPr sz="1327">
                <a:solidFill>
                  <a:schemeClr val="tx1">
                    <a:tint val="82000"/>
                  </a:schemeClr>
                </a:solidFill>
              </a:defRPr>
            </a:lvl4pPr>
            <a:lvl5pPr marL="1516807" indent="0">
              <a:buNone/>
              <a:defRPr sz="1327">
                <a:solidFill>
                  <a:schemeClr val="tx1">
                    <a:tint val="82000"/>
                  </a:schemeClr>
                </a:solidFill>
              </a:defRPr>
            </a:lvl5pPr>
            <a:lvl6pPr marL="1896008" indent="0">
              <a:buNone/>
              <a:defRPr sz="1327">
                <a:solidFill>
                  <a:schemeClr val="tx1">
                    <a:tint val="82000"/>
                  </a:schemeClr>
                </a:solidFill>
              </a:defRPr>
            </a:lvl6pPr>
            <a:lvl7pPr marL="2275210" indent="0">
              <a:buNone/>
              <a:defRPr sz="1327">
                <a:solidFill>
                  <a:schemeClr val="tx1">
                    <a:tint val="82000"/>
                  </a:schemeClr>
                </a:solidFill>
              </a:defRPr>
            </a:lvl7pPr>
            <a:lvl8pPr marL="2654412" indent="0">
              <a:buNone/>
              <a:defRPr sz="1327">
                <a:solidFill>
                  <a:schemeClr val="tx1">
                    <a:tint val="82000"/>
                  </a:schemeClr>
                </a:solidFill>
              </a:defRPr>
            </a:lvl8pPr>
            <a:lvl9pPr marL="3033613" indent="0">
              <a:buNone/>
              <a:defRPr sz="13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6223-6FA0-41F8-9DDD-F44139D0584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046A1-A7F5-42A3-81B5-FD5577CAD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952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14170"/>
            <a:ext cx="5181600" cy="36089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14170"/>
            <a:ext cx="5181600" cy="36089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6223-6FA0-41F8-9DDD-F44139D0584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046A1-A7F5-42A3-81B5-FD5577CAD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537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02834"/>
            <a:ext cx="10515600" cy="10994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394354"/>
            <a:ext cx="5157787" cy="683351"/>
          </a:xfrm>
        </p:spPr>
        <p:txBody>
          <a:bodyPr anchor="b"/>
          <a:lstStyle>
            <a:lvl1pPr marL="0" indent="0">
              <a:buNone/>
              <a:defRPr sz="1991" b="1"/>
            </a:lvl1pPr>
            <a:lvl2pPr marL="379202" indent="0">
              <a:buNone/>
              <a:defRPr sz="1659" b="1"/>
            </a:lvl2pPr>
            <a:lvl3pPr marL="758403" indent="0">
              <a:buNone/>
              <a:defRPr sz="1493" b="1"/>
            </a:lvl3pPr>
            <a:lvl4pPr marL="1137605" indent="0">
              <a:buNone/>
              <a:defRPr sz="1327" b="1"/>
            </a:lvl4pPr>
            <a:lvl5pPr marL="1516807" indent="0">
              <a:buNone/>
              <a:defRPr sz="1327" b="1"/>
            </a:lvl5pPr>
            <a:lvl6pPr marL="1896008" indent="0">
              <a:buNone/>
              <a:defRPr sz="1327" b="1"/>
            </a:lvl6pPr>
            <a:lvl7pPr marL="2275210" indent="0">
              <a:buNone/>
              <a:defRPr sz="1327" b="1"/>
            </a:lvl7pPr>
            <a:lvl8pPr marL="2654412" indent="0">
              <a:buNone/>
              <a:defRPr sz="1327" b="1"/>
            </a:lvl8pPr>
            <a:lvl9pPr marL="3033613" indent="0">
              <a:buNone/>
              <a:defRPr sz="132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077705"/>
            <a:ext cx="5157787" cy="30559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94354"/>
            <a:ext cx="5183188" cy="683351"/>
          </a:xfrm>
        </p:spPr>
        <p:txBody>
          <a:bodyPr anchor="b"/>
          <a:lstStyle>
            <a:lvl1pPr marL="0" indent="0">
              <a:buNone/>
              <a:defRPr sz="1991" b="1"/>
            </a:lvl1pPr>
            <a:lvl2pPr marL="379202" indent="0">
              <a:buNone/>
              <a:defRPr sz="1659" b="1"/>
            </a:lvl2pPr>
            <a:lvl3pPr marL="758403" indent="0">
              <a:buNone/>
              <a:defRPr sz="1493" b="1"/>
            </a:lvl3pPr>
            <a:lvl4pPr marL="1137605" indent="0">
              <a:buNone/>
              <a:defRPr sz="1327" b="1"/>
            </a:lvl4pPr>
            <a:lvl5pPr marL="1516807" indent="0">
              <a:buNone/>
              <a:defRPr sz="1327" b="1"/>
            </a:lvl5pPr>
            <a:lvl6pPr marL="1896008" indent="0">
              <a:buNone/>
              <a:defRPr sz="1327" b="1"/>
            </a:lvl6pPr>
            <a:lvl7pPr marL="2275210" indent="0">
              <a:buNone/>
              <a:defRPr sz="1327" b="1"/>
            </a:lvl7pPr>
            <a:lvl8pPr marL="2654412" indent="0">
              <a:buNone/>
              <a:defRPr sz="1327" b="1"/>
            </a:lvl8pPr>
            <a:lvl9pPr marL="3033613" indent="0">
              <a:buNone/>
              <a:defRPr sz="132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77705"/>
            <a:ext cx="5183188" cy="30559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6223-6FA0-41F8-9DDD-F44139D0584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046A1-A7F5-42A3-81B5-FD5577CAD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995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6223-6FA0-41F8-9DDD-F44139D0584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046A1-A7F5-42A3-81B5-FD5577CAD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04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6223-6FA0-41F8-9DDD-F44139D0584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046A1-A7F5-42A3-81B5-FD5577CAD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76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79201"/>
            <a:ext cx="3932237" cy="1327203"/>
          </a:xfrm>
        </p:spPr>
        <p:txBody>
          <a:bodyPr anchor="b"/>
          <a:lstStyle>
            <a:lvl1pPr>
              <a:defRPr sz="26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18969"/>
            <a:ext cx="6172200" cy="4042176"/>
          </a:xfrm>
        </p:spPr>
        <p:txBody>
          <a:bodyPr/>
          <a:lstStyle>
            <a:lvl1pPr>
              <a:defRPr sz="2654"/>
            </a:lvl1pPr>
            <a:lvl2pPr>
              <a:defRPr sz="2322"/>
            </a:lvl2pPr>
            <a:lvl3pPr>
              <a:defRPr sz="1991"/>
            </a:lvl3pPr>
            <a:lvl4pPr>
              <a:defRPr sz="1659"/>
            </a:lvl4pPr>
            <a:lvl5pPr>
              <a:defRPr sz="1659"/>
            </a:lvl5pPr>
            <a:lvl6pPr>
              <a:defRPr sz="1659"/>
            </a:lvl6pPr>
            <a:lvl7pPr>
              <a:defRPr sz="1659"/>
            </a:lvl7pPr>
            <a:lvl8pPr>
              <a:defRPr sz="1659"/>
            </a:lvl8pPr>
            <a:lvl9pPr>
              <a:defRPr sz="165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06404"/>
            <a:ext cx="3932237" cy="3161324"/>
          </a:xfrm>
        </p:spPr>
        <p:txBody>
          <a:bodyPr/>
          <a:lstStyle>
            <a:lvl1pPr marL="0" indent="0">
              <a:buNone/>
              <a:defRPr sz="1327"/>
            </a:lvl1pPr>
            <a:lvl2pPr marL="379202" indent="0">
              <a:buNone/>
              <a:defRPr sz="1161"/>
            </a:lvl2pPr>
            <a:lvl3pPr marL="758403" indent="0">
              <a:buNone/>
              <a:defRPr sz="995"/>
            </a:lvl3pPr>
            <a:lvl4pPr marL="1137605" indent="0">
              <a:buNone/>
              <a:defRPr sz="829"/>
            </a:lvl4pPr>
            <a:lvl5pPr marL="1516807" indent="0">
              <a:buNone/>
              <a:defRPr sz="829"/>
            </a:lvl5pPr>
            <a:lvl6pPr marL="1896008" indent="0">
              <a:buNone/>
              <a:defRPr sz="829"/>
            </a:lvl6pPr>
            <a:lvl7pPr marL="2275210" indent="0">
              <a:buNone/>
              <a:defRPr sz="829"/>
            </a:lvl7pPr>
            <a:lvl8pPr marL="2654412" indent="0">
              <a:buNone/>
              <a:defRPr sz="829"/>
            </a:lvl8pPr>
            <a:lvl9pPr marL="3033613" indent="0">
              <a:buNone/>
              <a:defRPr sz="82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6223-6FA0-41F8-9DDD-F44139D0584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046A1-A7F5-42A3-81B5-FD5577CAD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22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79201"/>
            <a:ext cx="3932237" cy="1327203"/>
          </a:xfrm>
        </p:spPr>
        <p:txBody>
          <a:bodyPr anchor="b"/>
          <a:lstStyle>
            <a:lvl1pPr>
              <a:defRPr sz="26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18969"/>
            <a:ext cx="6172200" cy="4042176"/>
          </a:xfrm>
        </p:spPr>
        <p:txBody>
          <a:bodyPr anchor="t"/>
          <a:lstStyle>
            <a:lvl1pPr marL="0" indent="0">
              <a:buNone/>
              <a:defRPr sz="2654"/>
            </a:lvl1pPr>
            <a:lvl2pPr marL="379202" indent="0">
              <a:buNone/>
              <a:defRPr sz="2322"/>
            </a:lvl2pPr>
            <a:lvl3pPr marL="758403" indent="0">
              <a:buNone/>
              <a:defRPr sz="1991"/>
            </a:lvl3pPr>
            <a:lvl4pPr marL="1137605" indent="0">
              <a:buNone/>
              <a:defRPr sz="1659"/>
            </a:lvl4pPr>
            <a:lvl5pPr marL="1516807" indent="0">
              <a:buNone/>
              <a:defRPr sz="1659"/>
            </a:lvl5pPr>
            <a:lvl6pPr marL="1896008" indent="0">
              <a:buNone/>
              <a:defRPr sz="1659"/>
            </a:lvl6pPr>
            <a:lvl7pPr marL="2275210" indent="0">
              <a:buNone/>
              <a:defRPr sz="1659"/>
            </a:lvl7pPr>
            <a:lvl8pPr marL="2654412" indent="0">
              <a:buNone/>
              <a:defRPr sz="1659"/>
            </a:lvl8pPr>
            <a:lvl9pPr marL="3033613" indent="0">
              <a:buNone/>
              <a:defRPr sz="165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06404"/>
            <a:ext cx="3932237" cy="3161324"/>
          </a:xfrm>
        </p:spPr>
        <p:txBody>
          <a:bodyPr/>
          <a:lstStyle>
            <a:lvl1pPr marL="0" indent="0">
              <a:buNone/>
              <a:defRPr sz="1327"/>
            </a:lvl1pPr>
            <a:lvl2pPr marL="379202" indent="0">
              <a:buNone/>
              <a:defRPr sz="1161"/>
            </a:lvl2pPr>
            <a:lvl3pPr marL="758403" indent="0">
              <a:buNone/>
              <a:defRPr sz="995"/>
            </a:lvl3pPr>
            <a:lvl4pPr marL="1137605" indent="0">
              <a:buNone/>
              <a:defRPr sz="829"/>
            </a:lvl4pPr>
            <a:lvl5pPr marL="1516807" indent="0">
              <a:buNone/>
              <a:defRPr sz="829"/>
            </a:lvl5pPr>
            <a:lvl6pPr marL="1896008" indent="0">
              <a:buNone/>
              <a:defRPr sz="829"/>
            </a:lvl6pPr>
            <a:lvl7pPr marL="2275210" indent="0">
              <a:buNone/>
              <a:defRPr sz="829"/>
            </a:lvl7pPr>
            <a:lvl8pPr marL="2654412" indent="0">
              <a:buNone/>
              <a:defRPr sz="829"/>
            </a:lvl8pPr>
            <a:lvl9pPr marL="3033613" indent="0">
              <a:buNone/>
              <a:defRPr sz="82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6223-6FA0-41F8-9DDD-F44139D0584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046A1-A7F5-42A3-81B5-FD5577CAD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11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6223-6FA0-41F8-9DDD-F44139D0584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046A1-A7F5-42A3-81B5-FD5577CAD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749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02834"/>
            <a:ext cx="2628900" cy="482032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2834"/>
            <a:ext cx="7734300" cy="482032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6223-6FA0-41F8-9DDD-F44139D0584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046A1-A7F5-42A3-81B5-FD5577CAD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819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02834"/>
            <a:ext cx="10515600" cy="1099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14170"/>
            <a:ext cx="10515600" cy="3608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271946"/>
            <a:ext cx="2743200" cy="302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86223-6FA0-41F8-9DDD-F44139D0584D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271946"/>
            <a:ext cx="4114800" cy="302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271946"/>
            <a:ext cx="2743200" cy="302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046A1-A7F5-42A3-81B5-FD5577CAD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915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58403" rtl="0" eaLnBrk="1" latinLnBrk="0" hangingPunct="1">
        <a:lnSpc>
          <a:spcPct val="90000"/>
        </a:lnSpc>
        <a:spcBef>
          <a:spcPct val="0"/>
        </a:spcBef>
        <a:buNone/>
        <a:defRPr sz="36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601" indent="-189601" algn="l" defTabSz="758403" rtl="0" eaLnBrk="1" latinLnBrk="0" hangingPunct="1">
        <a:lnSpc>
          <a:spcPct val="90000"/>
        </a:lnSpc>
        <a:spcBef>
          <a:spcPts val="829"/>
        </a:spcBef>
        <a:buFont typeface="Arial" panose="020B0604020202020204" pitchFamily="34" charset="0"/>
        <a:buChar char="•"/>
        <a:defRPr sz="2322" kern="1200">
          <a:solidFill>
            <a:schemeClr val="tx1"/>
          </a:solidFill>
          <a:latin typeface="+mn-lt"/>
          <a:ea typeface="+mn-ea"/>
          <a:cs typeface="+mn-cs"/>
        </a:defRPr>
      </a:lvl1pPr>
      <a:lvl2pPr marL="568803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991" kern="1200">
          <a:solidFill>
            <a:schemeClr val="tx1"/>
          </a:solidFill>
          <a:latin typeface="+mn-lt"/>
          <a:ea typeface="+mn-ea"/>
          <a:cs typeface="+mn-cs"/>
        </a:defRPr>
      </a:lvl2pPr>
      <a:lvl3pPr marL="948004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3pPr>
      <a:lvl4pPr marL="1327206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4pPr>
      <a:lvl5pPr marL="1706408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5pPr>
      <a:lvl6pPr marL="2085609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6pPr>
      <a:lvl7pPr marL="2464811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7pPr>
      <a:lvl8pPr marL="2844013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8pPr>
      <a:lvl9pPr marL="3223214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79202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2pPr>
      <a:lvl3pPr marL="758403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3pPr>
      <a:lvl4pPr marL="1137605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4pPr>
      <a:lvl5pPr marL="1516807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5pPr>
      <a:lvl6pPr marL="1896008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6pPr>
      <a:lvl7pPr marL="2275210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7pPr>
      <a:lvl8pPr marL="2654412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8pPr>
      <a:lvl9pPr marL="3033613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90C2E0F-430C-284F-07F2-A3F51B9A7D77}"/>
              </a:ext>
            </a:extLst>
          </p:cNvPr>
          <p:cNvSpPr/>
          <p:nvPr/>
        </p:nvSpPr>
        <p:spPr>
          <a:xfrm>
            <a:off x="6112981" y="426930"/>
            <a:ext cx="3070837" cy="2092722"/>
          </a:xfrm>
          <a:prstGeom prst="roundRect">
            <a:avLst>
              <a:gd name="adj" fmla="val 4188"/>
            </a:avLst>
          </a:prstGeom>
          <a:solidFill>
            <a:srgbClr val="EDF6EC"/>
          </a:solidFill>
          <a:ln w="15875">
            <a:solidFill>
              <a:srgbClr val="5F7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5A97BDE-74BF-4298-1BA9-C8FC0ED784AF}"/>
              </a:ext>
            </a:extLst>
          </p:cNvPr>
          <p:cNvSpPr/>
          <p:nvPr/>
        </p:nvSpPr>
        <p:spPr>
          <a:xfrm>
            <a:off x="6205228" y="1454219"/>
            <a:ext cx="2918932" cy="388206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D4AC8B2-B964-E307-5F83-097F8A78A859}"/>
              </a:ext>
            </a:extLst>
          </p:cNvPr>
          <p:cNvSpPr/>
          <p:nvPr/>
        </p:nvSpPr>
        <p:spPr>
          <a:xfrm>
            <a:off x="1847908" y="407726"/>
            <a:ext cx="3562614" cy="4299947"/>
          </a:xfrm>
          <a:prstGeom prst="roundRect">
            <a:avLst>
              <a:gd name="adj" fmla="val 3108"/>
            </a:avLst>
          </a:prstGeom>
          <a:solidFill>
            <a:srgbClr val="EAF3FC"/>
          </a:solidFill>
          <a:ln w="15875">
            <a:solidFill>
              <a:srgbClr val="0B307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493DE72-197E-7060-9D38-D37CE92C33CA}"/>
              </a:ext>
            </a:extLst>
          </p:cNvPr>
          <p:cNvSpPr/>
          <p:nvPr/>
        </p:nvSpPr>
        <p:spPr>
          <a:xfrm>
            <a:off x="2196726" y="929054"/>
            <a:ext cx="2895554" cy="590930"/>
          </a:xfrm>
          <a:prstGeom prst="roundRect">
            <a:avLst>
              <a:gd name="adj" fmla="val 512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FAD2CD5-DCA7-8081-6B32-5A1FE758AA84}"/>
              </a:ext>
            </a:extLst>
          </p:cNvPr>
          <p:cNvSpPr/>
          <p:nvPr/>
        </p:nvSpPr>
        <p:spPr>
          <a:xfrm>
            <a:off x="1965881" y="2821201"/>
            <a:ext cx="3344556" cy="1796821"/>
          </a:xfrm>
          <a:prstGeom prst="roundRect">
            <a:avLst>
              <a:gd name="adj" fmla="val 3624"/>
            </a:avLst>
          </a:prstGeom>
          <a:solidFill>
            <a:srgbClr val="FDFCF1"/>
          </a:solidFill>
          <a:ln w="15875">
            <a:solidFill>
              <a:srgbClr val="B2955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71A3BED-038A-9860-67D9-B9AE19FBE29D}"/>
              </a:ext>
            </a:extLst>
          </p:cNvPr>
          <p:cNvSpPr/>
          <p:nvPr/>
        </p:nvSpPr>
        <p:spPr>
          <a:xfrm>
            <a:off x="2084746" y="3171727"/>
            <a:ext cx="3106826" cy="281151"/>
          </a:xfrm>
          <a:prstGeom prst="roundRect">
            <a:avLst>
              <a:gd name="adj" fmla="val 1400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CDE9B4B-C2B4-BC08-0E52-1CC617DB5ADC}"/>
              </a:ext>
            </a:extLst>
          </p:cNvPr>
          <p:cNvSpPr/>
          <p:nvPr/>
        </p:nvSpPr>
        <p:spPr>
          <a:xfrm>
            <a:off x="2090853" y="3515653"/>
            <a:ext cx="3106827" cy="295919"/>
          </a:xfrm>
          <a:prstGeom prst="roundRect">
            <a:avLst>
              <a:gd name="adj" fmla="val 1400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8A124BE-E9C3-BD92-1389-1FC7647BCC8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0" t="5579" r="7162" b="7977"/>
          <a:stretch>
            <a:fillRect/>
          </a:stretch>
        </p:blipFill>
        <p:spPr>
          <a:xfrm>
            <a:off x="2942732" y="960429"/>
            <a:ext cx="204763" cy="18976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52F7992-8375-ADEC-8072-DF9AD20E643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16" t="16724" r="20618" b="23610"/>
          <a:stretch>
            <a:fillRect/>
          </a:stretch>
        </p:blipFill>
        <p:spPr>
          <a:xfrm>
            <a:off x="2271379" y="3220839"/>
            <a:ext cx="190059" cy="1789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FE0554C-5A60-4BEA-EAE6-3856FCA3BCE9}"/>
                  </a:ext>
                </a:extLst>
              </p:cNvPr>
              <p:cNvSpPr txBox="1"/>
              <p:nvPr/>
            </p:nvSpPr>
            <p:spPr>
              <a:xfrm>
                <a:off x="2196727" y="904430"/>
                <a:ext cx="2887496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Frozen LLM</a:t>
                </a:r>
              </a:p>
              <a:p>
                <a:pPr algn="ctr"/>
                <a:r>
                  <a:rPr lang="zh-CN" altLang="zh-CN" sz="1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prior </a:t>
                </a:r>
                <a14:m>
                  <m:oMath xmlns:m="http://schemas.openxmlformats.org/officeDocument/2006/math">
                    <m:r>
                      <a:rPr lang="zh-CN" altLang="zh-CN" sz="1000" i="1" smtClean="0"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r>
                  <a:rPr lang="zh-CN" altLang="en-US" sz="1000" i="1" dirty="0">
                    <a:latin typeface="Cambria Math" panose="02040503050406030204" pitchFamily="18" charset="0"/>
                  </a:rPr>
                  <a:t> </a:t>
                </a:r>
                <a:r>
                  <a:rPr lang="zh-CN" altLang="zh-CN" sz="1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(L1–L3) · transition</a:t>
                </a:r>
                <a:r>
                  <a:rPr lang="zh-CN" altLang="en-US" sz="1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000" i="1" smtClean="0">
                        <a:latin typeface="Cambria Math" panose="02040503050406030204" pitchFamily="18" charset="0"/>
                      </a:rPr>
                      <m:t>𝒯</m:t>
                    </m:r>
                  </m:oMath>
                </a14:m>
                <a:endParaRPr lang="en-US" altLang="zh-CN" sz="100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zh-CN" altLang="zh-CN" sz="1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approximate policy</a:t>
                </a:r>
                <a:r>
                  <a:rPr lang="zh-CN" altLang="en-US" sz="1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1000" i="1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lang="en-US" altLang="zh-CN" sz="10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FE0554C-5A60-4BEA-EAE6-3856FCA3B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727" y="904430"/>
                <a:ext cx="2887496" cy="615553"/>
              </a:xfrm>
              <a:prstGeom prst="rect">
                <a:avLst/>
              </a:prstGeom>
              <a:blipFill>
                <a:blip r:embed="rId5"/>
                <a:stretch>
                  <a:fillRect t="-2041" b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DE7B213-D8C6-AE40-7542-D2F6B7507BBE}"/>
                  </a:ext>
                </a:extLst>
              </p:cNvPr>
              <p:cNvSpPr txBox="1"/>
              <p:nvPr/>
            </p:nvSpPr>
            <p:spPr>
              <a:xfrm>
                <a:off x="2431417" y="2859970"/>
                <a:ext cx="23991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MCP Tools (</a:t>
                </a:r>
                <a14:m>
                  <m:oMath xmlns:m="http://schemas.openxmlformats.org/officeDocument/2006/math">
                    <m:r>
                      <a:rPr lang="en-US" altLang="zh-CN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zh-CN" alt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Ω</m:t>
                    </m:r>
                  </m:oMath>
                </a14:m>
                <a:r>
                  <a:rPr lang="en-US" altLang="zh-CN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zh-CN" altLang="zh-CN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+</a:t>
                </a:r>
                <a:r>
                  <a:rPr lang="zh-CN" alt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zh-CN" altLang="zh-CN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Effector</a:t>
                </a:r>
                <a:r>
                  <a:rPr lang="en-US" altLang="zh-CN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zh-CN" altLang="en-US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DE7B213-D8C6-AE40-7542-D2F6B7507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1417" y="2859970"/>
                <a:ext cx="2399194" cy="307777"/>
              </a:xfrm>
              <a:prstGeom prst="rect">
                <a:avLst/>
              </a:prstGeom>
              <a:blipFill>
                <a:blip r:embed="rId6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17280C03-299F-2251-CAEA-1072885D5EAF}"/>
              </a:ext>
            </a:extLst>
          </p:cNvPr>
          <p:cNvSpPr txBox="1"/>
          <p:nvPr/>
        </p:nvSpPr>
        <p:spPr>
          <a:xfrm>
            <a:off x="2588378" y="3185994"/>
            <a:ext cx="24230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search_apis</a:t>
            </a:r>
            <a:r>
              <a:rPr lang="en-US" altLang="zh-CN" sz="1000" dirty="0">
                <a:latin typeface="Calibri" panose="020F0502020204030204" pitchFamily="34" charset="0"/>
                <a:cs typeface="Calibri" panose="020F0502020204030204" pitchFamily="34" charset="0"/>
              </a:rPr>
              <a:t>(query, lang, host)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DBE15C0-7576-8BF9-D6CD-0B85E3491675}"/>
              </a:ext>
            </a:extLst>
          </p:cNvPr>
          <p:cNvSpPr txBox="1"/>
          <p:nvPr/>
        </p:nvSpPr>
        <p:spPr>
          <a:xfrm>
            <a:off x="2571554" y="3553839"/>
            <a:ext cx="2507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search_apis_by_keyword</a:t>
            </a:r>
            <a:r>
              <a:rPr lang="zh-CN" alt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000" dirty="0">
                <a:latin typeface="Calibri" panose="020F0502020204030204" pitchFamily="34" charset="0"/>
                <a:cs typeface="Calibri" panose="020F0502020204030204" pitchFamily="34" charset="0"/>
              </a:rPr>
              <a:t>(query, lang, host)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301ACD7-CD3D-11CC-E349-7D69875FFB89}"/>
              </a:ext>
            </a:extLst>
          </p:cNvPr>
          <p:cNvSpPr txBox="1"/>
          <p:nvPr/>
        </p:nvSpPr>
        <p:spPr>
          <a:xfrm>
            <a:off x="2040120" y="414097"/>
            <a:ext cx="31699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600" b="1" dirty="0">
                <a:solidFill>
                  <a:srgbClr val="1840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ZhuLong Agent Runtime</a:t>
            </a:r>
            <a:endParaRPr lang="en-US" altLang="zh-CN" sz="1600" b="1" dirty="0">
              <a:solidFill>
                <a:srgbClr val="18407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zh-CN" altLang="zh-CN" sz="1000" dirty="0">
                <a:solidFill>
                  <a:srgbClr val="1840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Cline-CLI harness · ICL-type autonomous agent</a:t>
            </a:r>
            <a:endParaRPr lang="zh-CN" altLang="en-US" sz="1000" dirty="0">
              <a:solidFill>
                <a:srgbClr val="18407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7EFF858-645D-2F43-EEC4-E488A25DCB99}"/>
              </a:ext>
            </a:extLst>
          </p:cNvPr>
          <p:cNvSpPr/>
          <p:nvPr/>
        </p:nvSpPr>
        <p:spPr>
          <a:xfrm>
            <a:off x="354923" y="1928555"/>
            <a:ext cx="1175631" cy="1239955"/>
          </a:xfrm>
          <a:prstGeom prst="roundRect">
            <a:avLst>
              <a:gd name="adj" fmla="val 5129"/>
            </a:avLst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5295F2A-2F07-2E59-AB90-BE10A4D2B9B2}"/>
              </a:ext>
            </a:extLst>
          </p:cNvPr>
          <p:cNvSpPr txBox="1"/>
          <p:nvPr/>
        </p:nvSpPr>
        <p:spPr>
          <a:xfrm>
            <a:off x="146582" y="2436026"/>
            <a:ext cx="1597816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Instruction</a:t>
            </a:r>
          </a:p>
          <a:p>
            <a:pPr algn="ctr"/>
            <a:r>
              <a:rPr lang="zh-CN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Natural language +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zh-CN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signature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zh-CN" altLang="zh-CN" sz="1050" i="1" dirty="0">
                <a:latin typeface="Calibri" panose="020F0502020204030204" pitchFamily="34" charset="0"/>
                <a:cs typeface="Calibri" panose="020F0502020204030204" pitchFamily="34" charset="0"/>
              </a:rPr>
              <a:t>L4 observation</a:t>
            </a:r>
            <a:endParaRPr lang="zh-CN" altLang="en-US" sz="105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27139C7B-BBF5-70EA-1544-305AFFB29C47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2" t="13556" r="20754" b="20222"/>
          <a:stretch>
            <a:fillRect/>
          </a:stretch>
        </p:blipFill>
        <p:spPr>
          <a:xfrm>
            <a:off x="776141" y="2085344"/>
            <a:ext cx="294227" cy="357962"/>
          </a:xfrm>
          <a:prstGeom prst="rect">
            <a:avLst/>
          </a:prstGeom>
        </p:spPr>
      </p:pic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CE6020D-02AE-FBCF-9598-87E1191BAAA3}"/>
              </a:ext>
            </a:extLst>
          </p:cNvPr>
          <p:cNvCxnSpPr>
            <a:cxnSpLocks/>
          </p:cNvCxnSpPr>
          <p:nvPr/>
        </p:nvCxnSpPr>
        <p:spPr>
          <a:xfrm>
            <a:off x="1534956" y="2519652"/>
            <a:ext cx="312952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B36E56A0-84E6-C49D-9E14-A249DFD58F8A}"/>
              </a:ext>
            </a:extLst>
          </p:cNvPr>
          <p:cNvSpPr/>
          <p:nvPr/>
        </p:nvSpPr>
        <p:spPr>
          <a:xfrm>
            <a:off x="6205234" y="956195"/>
            <a:ext cx="2918931" cy="388294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65EA88B-CD21-0A47-1682-5D655F1DDAEB}"/>
              </a:ext>
            </a:extLst>
          </p:cNvPr>
          <p:cNvSpPr txBox="1"/>
          <p:nvPr/>
        </p:nvSpPr>
        <p:spPr>
          <a:xfrm>
            <a:off x="6222771" y="1028612"/>
            <a:ext cx="29189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Vector Index</a:t>
            </a:r>
            <a:r>
              <a:rPr lang="zh-CN" altLang="en-US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(BGE-M3 + FAISS)</a:t>
            </a:r>
            <a:endParaRPr lang="zh-CN" alt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810B2F93-1CEC-25B0-D9E6-759029A1EEA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8" t="7667" r="19164" b="12208"/>
          <a:stretch>
            <a:fillRect/>
          </a:stretch>
        </p:blipFill>
        <p:spPr>
          <a:xfrm>
            <a:off x="6359020" y="1022524"/>
            <a:ext cx="239027" cy="264352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3214329B-BCDB-7703-B701-A323E9E0B521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96" t="8777" r="19445" b="12247"/>
          <a:stretch>
            <a:fillRect/>
          </a:stretch>
        </p:blipFill>
        <p:spPr>
          <a:xfrm>
            <a:off x="6374081" y="1520009"/>
            <a:ext cx="229510" cy="278607"/>
          </a:xfrm>
          <a:prstGeom prst="rect">
            <a:avLst/>
          </a:prstGeom>
        </p:spPr>
      </p:pic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E1800EBA-3890-A9EB-6C0B-5527602BF598}"/>
              </a:ext>
            </a:extLst>
          </p:cNvPr>
          <p:cNvSpPr/>
          <p:nvPr/>
        </p:nvSpPr>
        <p:spPr>
          <a:xfrm>
            <a:off x="6100990" y="3020186"/>
            <a:ext cx="3356609" cy="1682393"/>
          </a:xfrm>
          <a:prstGeom prst="roundRect">
            <a:avLst>
              <a:gd name="adj" fmla="val 5129"/>
            </a:avLst>
          </a:prstGeom>
          <a:solidFill>
            <a:srgbClr val="F8F5FD"/>
          </a:solidFill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F73E7248-C246-10F7-01AE-5E2DDDE91634}"/>
                  </a:ext>
                </a:extLst>
              </p:cNvPr>
              <p:cNvSpPr txBox="1"/>
              <p:nvPr/>
            </p:nvSpPr>
            <p:spPr>
              <a:xfrm>
                <a:off x="6081904" y="3022631"/>
                <a:ext cx="3356609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rgbClr val="340D6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Execution Environment 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 smtClean="0">
                        <a:solidFill>
                          <a:srgbClr val="340D68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Θ</m:t>
                    </m:r>
                  </m:oMath>
                </a14:m>
                <a:r>
                  <a:rPr lang="zh-CN" altLang="en-US" sz="1000" dirty="0">
                    <a:solidFill>
                      <a:srgbClr val="340D6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zh-CN" altLang="zh-CN" sz="1000" dirty="0">
                    <a:solidFill>
                      <a:srgbClr val="340D6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= live design DB (L4 state)</a:t>
                </a:r>
                <a:endParaRPr lang="zh-CN" altLang="en-US" sz="1000" dirty="0">
                  <a:solidFill>
                    <a:srgbClr val="340D68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F73E7248-C246-10F7-01AE-5E2DDDE91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904" y="3022631"/>
                <a:ext cx="3356609" cy="492443"/>
              </a:xfrm>
              <a:prstGeom prst="rect">
                <a:avLst/>
              </a:prstGeom>
              <a:blipFill>
                <a:blip r:embed="rId10"/>
                <a:stretch>
                  <a:fillRect t="-5128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A4B149FD-070E-306D-D453-12DB3C300ADB}"/>
              </a:ext>
            </a:extLst>
          </p:cNvPr>
          <p:cNvSpPr/>
          <p:nvPr/>
        </p:nvSpPr>
        <p:spPr>
          <a:xfrm>
            <a:off x="6250254" y="3567002"/>
            <a:ext cx="3019908" cy="255022"/>
          </a:xfrm>
          <a:prstGeom prst="roundRect">
            <a:avLst>
              <a:gd name="adj" fmla="val 3542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2EBCAE93-5744-2E7C-CC57-98AE3529A130}"/>
              </a:ext>
            </a:extLst>
          </p:cNvPr>
          <p:cNvSpPr txBox="1"/>
          <p:nvPr/>
        </p:nvSpPr>
        <p:spPr>
          <a:xfrm>
            <a:off x="6243512" y="3562746"/>
            <a:ext cx="301990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 err="1">
                <a:latin typeface="Calibri" panose="020F0502020204030204" pitchFamily="34" charset="0"/>
                <a:cs typeface="Calibri" panose="020F0502020204030204" pitchFamily="34" charset="0"/>
              </a:rPr>
              <a:t>PyAether</a:t>
            </a:r>
            <a:r>
              <a:rPr lang="en-US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— Empyrean Aether</a:t>
            </a:r>
            <a:endParaRPr lang="zh-CN" alt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A7D406DF-3EE0-FA54-30A6-25E4F12B1ACA}"/>
              </a:ext>
            </a:extLst>
          </p:cNvPr>
          <p:cNvSpPr/>
          <p:nvPr/>
        </p:nvSpPr>
        <p:spPr>
          <a:xfrm>
            <a:off x="9903259" y="3308590"/>
            <a:ext cx="1992748" cy="111323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0BC452BB-5C70-45FA-0724-3E5726F2BF23}"/>
              </a:ext>
            </a:extLst>
          </p:cNvPr>
          <p:cNvSpPr txBox="1"/>
          <p:nvPr/>
        </p:nvSpPr>
        <p:spPr>
          <a:xfrm>
            <a:off x="9909287" y="3605539"/>
            <a:ext cx="198672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Calibri" panose="020F0502020204030204" pitchFamily="34" charset="0"/>
                <a:cs typeface="Calibri" panose="020F0502020204030204" pitchFamily="34" charset="0"/>
              </a:rPr>
              <a:t>Final Code</a:t>
            </a:r>
          </a:p>
          <a:p>
            <a:pPr algn="ctr"/>
            <a:r>
              <a:rPr lang="zh-CN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Pass@1 verified</a:t>
            </a:r>
            <a:endParaRPr lang="en-US" altLang="zh-CN" sz="10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zh-CN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executes + all assertions hold</a:t>
            </a:r>
            <a:endParaRPr lang="en-US" altLang="zh-CN" sz="10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zh-CN" altLang="zh-CN" sz="1050" i="1" dirty="0">
                <a:latin typeface="Calibri" panose="020F0502020204030204" pitchFamily="34" charset="0"/>
                <a:cs typeface="Calibri" panose="020F0502020204030204" pitchFamily="34" charset="0"/>
              </a:rPr>
              <a:t>L4 situated correctness</a:t>
            </a:r>
            <a:endParaRPr lang="en-US" altLang="zh-CN" sz="105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altLang="zh-CN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14C9DAD5-0B24-ACEE-D34B-8F065C4342FF}"/>
              </a:ext>
            </a:extLst>
          </p:cNvPr>
          <p:cNvCxnSpPr>
            <a:cxnSpLocks/>
            <a:stCxn id="89" idx="3"/>
            <a:endCxn id="116" idx="1"/>
          </p:cNvCxnSpPr>
          <p:nvPr/>
        </p:nvCxnSpPr>
        <p:spPr>
          <a:xfrm>
            <a:off x="9457599" y="3861383"/>
            <a:ext cx="445660" cy="3823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D2E8BF5C-2BCA-A1BE-C37E-DC2DEADB641F}"/>
              </a:ext>
            </a:extLst>
          </p:cNvPr>
          <p:cNvSpPr/>
          <p:nvPr/>
        </p:nvSpPr>
        <p:spPr>
          <a:xfrm>
            <a:off x="9473540" y="429592"/>
            <a:ext cx="2422468" cy="1399486"/>
          </a:xfrm>
          <a:prstGeom prst="roundRect">
            <a:avLst>
              <a:gd name="adj" fmla="val 5129"/>
            </a:avLst>
          </a:prstGeom>
          <a:solidFill>
            <a:srgbClr val="FEF6DF"/>
          </a:solidFill>
          <a:ln w="15875">
            <a:solidFill>
              <a:srgbClr val="A59564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F86C7CC2-AA97-3AA7-0BF9-F4F28C1C2DFE}"/>
              </a:ext>
            </a:extLst>
          </p:cNvPr>
          <p:cNvSpPr txBox="1"/>
          <p:nvPr/>
        </p:nvSpPr>
        <p:spPr>
          <a:xfrm>
            <a:off x="9457599" y="779128"/>
            <a:ext cx="2438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63430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Offline</a:t>
            </a:r>
          </a:p>
          <a:p>
            <a:pPr algn="ctr"/>
            <a:r>
              <a:rPr lang="zh-CN" altLang="zh-CN" sz="1600" b="1" dirty="0">
                <a:solidFill>
                  <a:srgbClr val="63430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 Self-Exploration</a:t>
            </a:r>
            <a:endParaRPr lang="en-US" altLang="zh-CN" sz="1600" b="1" dirty="0">
              <a:solidFill>
                <a:srgbClr val="63430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2CF1E8FB-1590-C673-031F-23FAA003C860}"/>
              </a:ext>
            </a:extLst>
          </p:cNvPr>
          <p:cNvSpPr txBox="1"/>
          <p:nvPr/>
        </p:nvSpPr>
        <p:spPr>
          <a:xfrm>
            <a:off x="9457598" y="1259216"/>
            <a:ext cx="243840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1" algn="ctr"/>
            <a:r>
              <a:rPr lang="en-US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counterfactual exploration</a:t>
            </a:r>
          </a:p>
          <a:p>
            <a:pPr marL="171450" lvl="1" algn="ctr"/>
            <a:r>
              <a:rPr lang="zh-CN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bounded complement</a:t>
            </a:r>
            <a:r>
              <a:rPr lang="zh-CN" alt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enriches L1–L3 only (not L4)</a:t>
            </a:r>
            <a:endParaRPr lang="en-US" altLang="zh-CN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3" name="连接符: 肘形 142">
            <a:extLst>
              <a:ext uri="{FF2B5EF4-FFF2-40B4-BE49-F238E27FC236}">
                <a16:creationId xmlns:a16="http://schemas.microsoft.com/office/drawing/2014/main" id="{FF1B4C10-A24E-D77F-C7C7-308F57556461}"/>
              </a:ext>
            </a:extLst>
          </p:cNvPr>
          <p:cNvCxnSpPr>
            <a:cxnSpLocks/>
            <a:stCxn id="89" idx="2"/>
            <a:endCxn id="4" idx="2"/>
          </p:cNvCxnSpPr>
          <p:nvPr/>
        </p:nvCxnSpPr>
        <p:spPr>
          <a:xfrm rot="5400000">
            <a:off x="5701708" y="2630086"/>
            <a:ext cx="5094" cy="4150080"/>
          </a:xfrm>
          <a:prstGeom prst="bentConnector3">
            <a:avLst>
              <a:gd name="adj1" fmla="val 7514350"/>
            </a:avLst>
          </a:prstGeom>
          <a:ln w="25400">
            <a:solidFill>
              <a:srgbClr val="340D68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65DBFB01-DFDF-A4AE-1DFC-993302FB4711}"/>
              </a:ext>
            </a:extLst>
          </p:cNvPr>
          <p:cNvSpPr txBox="1"/>
          <p:nvPr/>
        </p:nvSpPr>
        <p:spPr>
          <a:xfrm>
            <a:off x="6212464" y="1429952"/>
            <a:ext cx="291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Keyword Index</a:t>
            </a:r>
            <a:r>
              <a:rPr lang="zh-CN" altLang="zh-CN" dirty="0"/>
              <a:t> </a:t>
            </a:r>
            <a:r>
              <a:rPr lang="zh-CN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(BM25 / CamelCase)</a:t>
            </a:r>
            <a:r>
              <a:rPr lang="en-US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CN" alt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76FA545-C20B-B551-CE4F-B4A03DEDAA36}"/>
                  </a:ext>
                </a:extLst>
              </p:cNvPr>
              <p:cNvSpPr txBox="1"/>
              <p:nvPr/>
            </p:nvSpPr>
            <p:spPr>
              <a:xfrm>
                <a:off x="6112981" y="419308"/>
                <a:ext cx="307083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zh-CN" sz="1600" b="1" dirty="0">
                    <a:solidFill>
                      <a:srgbClr val="264D14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API Knowledge Base</a:t>
                </a:r>
                <a:endParaRPr lang="en-US" altLang="zh-CN" sz="1600" b="1" dirty="0">
                  <a:solidFill>
                    <a:srgbClr val="264D14"/>
                  </a:solidFill>
                  <a:latin typeface="Calibri" panose="020F0502020204030204" pitchFamily="34" charset="0"/>
                </a:endParaRPr>
              </a:p>
              <a:p>
                <a:pPr algn="ctr"/>
                <a:r>
                  <a:rPr lang="zh-CN" altLang="zh-CN" sz="1000" dirty="0">
                    <a:solidFill>
                      <a:srgbClr val="264D14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external mirror of </a:t>
                </a:r>
                <a14:m>
                  <m:oMath xmlns:m="http://schemas.openxmlformats.org/officeDocument/2006/math">
                    <m:r>
                      <a:rPr lang="zh-CN" altLang="zh-CN" sz="1000" i="1" smtClean="0">
                        <a:solidFill>
                          <a:srgbClr val="264D14"/>
                        </a:solidFill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r>
                  <a:rPr lang="zh-CN" altLang="en-US" sz="1000" dirty="0">
                    <a:solidFill>
                      <a:srgbClr val="264D14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zh-CN" altLang="zh-CN" sz="1000" dirty="0">
                    <a:solidFill>
                      <a:srgbClr val="264D14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(L1–L3 offline)</a:t>
                </a:r>
                <a:endParaRPr lang="en-US" altLang="zh-CN" sz="1000" dirty="0">
                  <a:solidFill>
                    <a:srgbClr val="264D14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zh-CN" altLang="en-US" sz="1600" b="1" dirty="0">
                  <a:solidFill>
                    <a:srgbClr val="264D14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76FA545-C20B-B551-CE4F-B4A03DEDA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2981" y="419308"/>
                <a:ext cx="3070837" cy="738664"/>
              </a:xfrm>
              <a:prstGeom prst="rect">
                <a:avLst/>
              </a:prstGeom>
              <a:blipFill>
                <a:blip r:embed="rId11"/>
                <a:stretch>
                  <a:fillRect t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5670CCB6-98A9-9C0B-0270-59949B94053D}"/>
              </a:ext>
            </a:extLst>
          </p:cNvPr>
          <p:cNvSpPr/>
          <p:nvPr/>
        </p:nvSpPr>
        <p:spPr>
          <a:xfrm>
            <a:off x="6256997" y="4215414"/>
            <a:ext cx="3019908" cy="259278"/>
          </a:xfrm>
          <a:prstGeom prst="roundRect">
            <a:avLst>
              <a:gd name="adj" fmla="val 3542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304D756A-7216-E6AD-2826-85CEE17CBC5A}"/>
              </a:ext>
            </a:extLst>
          </p:cNvPr>
          <p:cNvSpPr txBox="1"/>
          <p:nvPr/>
        </p:nvSpPr>
        <p:spPr>
          <a:xfrm>
            <a:off x="6265924" y="4228471"/>
            <a:ext cx="30199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Tcl — WaveView / Innovus</a:t>
            </a:r>
          </a:p>
        </p:txBody>
      </p: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75AFC10E-8260-7687-31E0-29F3C0D6ADB3}"/>
              </a:ext>
            </a:extLst>
          </p:cNvPr>
          <p:cNvCxnSpPr>
            <a:cxnSpLocks/>
            <a:stCxn id="138" idx="2"/>
            <a:endCxn id="53" idx="3"/>
          </p:cNvCxnSpPr>
          <p:nvPr/>
        </p:nvCxnSpPr>
        <p:spPr>
          <a:xfrm rot="5400000">
            <a:off x="9739788" y="1220670"/>
            <a:ext cx="321389" cy="1552643"/>
          </a:xfrm>
          <a:prstGeom prst="bentConnector2">
            <a:avLst/>
          </a:prstGeom>
          <a:ln w="15875">
            <a:solidFill>
              <a:srgbClr val="A5956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3" name="图片 132">
            <a:extLst>
              <a:ext uri="{FF2B5EF4-FFF2-40B4-BE49-F238E27FC236}">
                <a16:creationId xmlns:a16="http://schemas.microsoft.com/office/drawing/2014/main" id="{5A04C99B-802E-2131-6EA6-33794206CBA0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7" t="17373" r="20677" b="25973"/>
          <a:stretch>
            <a:fillRect/>
          </a:stretch>
        </p:blipFill>
        <p:spPr>
          <a:xfrm>
            <a:off x="6579006" y="3599253"/>
            <a:ext cx="194578" cy="200227"/>
          </a:xfrm>
          <a:prstGeom prst="rect">
            <a:avLst/>
          </a:prstGeom>
        </p:spPr>
      </p:pic>
      <p:pic>
        <p:nvPicPr>
          <p:cNvPr id="137" name="图片 136">
            <a:extLst>
              <a:ext uri="{FF2B5EF4-FFF2-40B4-BE49-F238E27FC236}">
                <a16:creationId xmlns:a16="http://schemas.microsoft.com/office/drawing/2014/main" id="{DB779013-9123-EFEA-1587-CE4AC55BFCC5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35" t="18415" r="18557" b="18460"/>
          <a:stretch>
            <a:fillRect/>
          </a:stretch>
        </p:blipFill>
        <p:spPr>
          <a:xfrm>
            <a:off x="6570698" y="4248436"/>
            <a:ext cx="233658" cy="199802"/>
          </a:xfrm>
          <a:prstGeom prst="rect">
            <a:avLst/>
          </a:prstGeom>
        </p:spPr>
      </p:pic>
      <p:pic>
        <p:nvPicPr>
          <p:cNvPr id="140" name="图片 139">
            <a:extLst>
              <a:ext uri="{FF2B5EF4-FFF2-40B4-BE49-F238E27FC236}">
                <a16:creationId xmlns:a16="http://schemas.microsoft.com/office/drawing/2014/main" id="{C0F31991-84BB-6135-FC9E-399FCFC43C1F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9" t="18415" r="18057" b="18003"/>
          <a:stretch>
            <a:fillRect/>
          </a:stretch>
        </p:blipFill>
        <p:spPr>
          <a:xfrm>
            <a:off x="10754898" y="3355786"/>
            <a:ext cx="289470" cy="292977"/>
          </a:xfrm>
          <a:prstGeom prst="rect">
            <a:avLst/>
          </a:prstGeom>
        </p:spPr>
      </p:pic>
      <p:pic>
        <p:nvPicPr>
          <p:cNvPr id="150" name="图片 149">
            <a:extLst>
              <a:ext uri="{FF2B5EF4-FFF2-40B4-BE49-F238E27FC236}">
                <a16:creationId xmlns:a16="http://schemas.microsoft.com/office/drawing/2014/main" id="{41D5AC34-BADE-3CF3-6B61-F344EED53E25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3" t="20778" r="12616" b="22768"/>
          <a:stretch>
            <a:fillRect/>
          </a:stretch>
        </p:blipFill>
        <p:spPr>
          <a:xfrm>
            <a:off x="10492500" y="503170"/>
            <a:ext cx="384547" cy="314296"/>
          </a:xfrm>
          <a:prstGeom prst="rect">
            <a:avLst/>
          </a:prstGeom>
        </p:spPr>
      </p:pic>
      <p:sp>
        <p:nvSpPr>
          <p:cNvPr id="23" name="矩形: 圆角 8">
            <a:extLst>
              <a:ext uri="{FF2B5EF4-FFF2-40B4-BE49-F238E27FC236}">
                <a16:creationId xmlns:a16="http://schemas.microsoft.com/office/drawing/2014/main" id="{557020AD-FF1D-3883-D5F4-82551E1F5BBF}"/>
              </a:ext>
            </a:extLst>
          </p:cNvPr>
          <p:cNvSpPr/>
          <p:nvPr/>
        </p:nvSpPr>
        <p:spPr>
          <a:xfrm>
            <a:off x="2090852" y="4235239"/>
            <a:ext cx="3119187" cy="307151"/>
          </a:xfrm>
          <a:prstGeom prst="roundRect">
            <a:avLst>
              <a:gd name="adj" fmla="val 1400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D3F280BE-0D94-81E6-173B-2CE232CB1862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5" t="16391" r="15958" b="20607"/>
          <a:stretch>
            <a:fillRect/>
          </a:stretch>
        </p:blipFill>
        <p:spPr>
          <a:xfrm>
            <a:off x="2276476" y="4302732"/>
            <a:ext cx="221156" cy="16743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8E1CBCC5-D21B-D18B-79C9-6A6FF399A6F6}"/>
              </a:ext>
            </a:extLst>
          </p:cNvPr>
          <p:cNvSpPr txBox="1"/>
          <p:nvPr/>
        </p:nvSpPr>
        <p:spPr>
          <a:xfrm>
            <a:off x="2560118" y="4272141"/>
            <a:ext cx="25799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run_code</a:t>
            </a:r>
            <a:r>
              <a:rPr lang="en-US" altLang="zh-CN" sz="1000" dirty="0">
                <a:latin typeface="Calibri" panose="020F0502020204030204" pitchFamily="34" charset="0"/>
                <a:cs typeface="Calibri" panose="020F0502020204030204" pitchFamily="34" charset="0"/>
              </a:rPr>
              <a:t>(code, lang, host)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矩形: 圆角 7">
            <a:extLst>
              <a:ext uri="{FF2B5EF4-FFF2-40B4-BE49-F238E27FC236}">
                <a16:creationId xmlns:a16="http://schemas.microsoft.com/office/drawing/2014/main" id="{A63F8ADA-63C8-F31E-DAF3-9FC4215B9863}"/>
              </a:ext>
            </a:extLst>
          </p:cNvPr>
          <p:cNvSpPr/>
          <p:nvPr/>
        </p:nvSpPr>
        <p:spPr>
          <a:xfrm>
            <a:off x="2094134" y="3884571"/>
            <a:ext cx="3106827" cy="281151"/>
          </a:xfrm>
          <a:prstGeom prst="roundRect">
            <a:avLst>
              <a:gd name="adj" fmla="val 1400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46FC2261-A49A-E249-FE15-4A344AD1E12B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6" t="16000" r="26414" b="22760"/>
          <a:stretch>
            <a:fillRect/>
          </a:stretch>
        </p:blipFill>
        <p:spPr>
          <a:xfrm>
            <a:off x="2282844" y="3917189"/>
            <a:ext cx="177874" cy="212365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C4FBAA4C-0E82-77FF-EB77-678C2F6609B1}"/>
              </a:ext>
            </a:extLst>
          </p:cNvPr>
          <p:cNvSpPr txBox="1"/>
          <p:nvPr/>
        </p:nvSpPr>
        <p:spPr>
          <a:xfrm>
            <a:off x="2600296" y="3904912"/>
            <a:ext cx="2507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get_api_details</a:t>
            </a:r>
            <a:r>
              <a:rPr lang="zh-CN" alt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api_names</a:t>
            </a:r>
            <a:r>
              <a:rPr lang="en-US" altLang="zh-CN" sz="1000" dirty="0">
                <a:latin typeface="Calibri" panose="020F0502020204030204" pitchFamily="34" charset="0"/>
                <a:cs typeface="Calibri" panose="020F0502020204030204" pitchFamily="34" charset="0"/>
              </a:rPr>
              <a:t>, lang, host)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F1D6426B-3B94-FE03-8768-ADA1DA300CB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16" t="16724" r="20618" b="23610"/>
          <a:stretch>
            <a:fillRect/>
          </a:stretch>
        </p:blipFill>
        <p:spPr>
          <a:xfrm>
            <a:off x="2282033" y="3587444"/>
            <a:ext cx="190842" cy="179013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1B3C3C71-FC4A-8B43-8E27-9E23CA51D153}"/>
              </a:ext>
            </a:extLst>
          </p:cNvPr>
          <p:cNvSpPr txBox="1"/>
          <p:nvPr/>
        </p:nvSpPr>
        <p:spPr>
          <a:xfrm>
            <a:off x="5429209" y="286618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53" name="矩形: 圆角 29">
            <a:extLst>
              <a:ext uri="{FF2B5EF4-FFF2-40B4-BE49-F238E27FC236}">
                <a16:creationId xmlns:a16="http://schemas.microsoft.com/office/drawing/2014/main" id="{7705782C-255D-14A6-1069-B375DD05D43D}"/>
              </a:ext>
            </a:extLst>
          </p:cNvPr>
          <p:cNvSpPr/>
          <p:nvPr/>
        </p:nvSpPr>
        <p:spPr>
          <a:xfrm>
            <a:off x="6205228" y="1948312"/>
            <a:ext cx="2918932" cy="418747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A7D301A-ABDF-766E-E132-56318BBCEAD9}"/>
              </a:ext>
            </a:extLst>
          </p:cNvPr>
          <p:cNvSpPr txBox="1"/>
          <p:nvPr/>
        </p:nvSpPr>
        <p:spPr>
          <a:xfrm>
            <a:off x="6208842" y="1949539"/>
            <a:ext cx="2911703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lang="en-US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Enhanced API Details</a:t>
            </a:r>
          </a:p>
          <a:p>
            <a:r>
              <a:rPr lang="zh-CN" alt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              </a:t>
            </a:r>
            <a:r>
              <a:rPr lang="zh-CN" altLang="zh-CN" sz="1000" dirty="0">
                <a:latin typeface="Calibri" panose="020F0502020204030204" pitchFamily="34" charset="0"/>
                <a:cs typeface="Calibri" panose="020F0502020204030204" pitchFamily="34" charset="0"/>
              </a:rPr>
              <a:t>params · returns · examples · constraints</a:t>
            </a:r>
            <a:r>
              <a:rPr lang="en-US" altLang="zh-CN" sz="1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EEB05D67-55DE-5237-461C-06E1A1B8CEDB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96" t="8777" r="19445" b="12247"/>
          <a:stretch>
            <a:fillRect/>
          </a:stretch>
        </p:blipFill>
        <p:spPr>
          <a:xfrm>
            <a:off x="6393582" y="2026482"/>
            <a:ext cx="228420" cy="261458"/>
          </a:xfrm>
          <a:prstGeom prst="rect">
            <a:avLst/>
          </a:prstGeom>
        </p:spPr>
      </p:pic>
      <p:cxnSp>
        <p:nvCxnSpPr>
          <p:cNvPr id="92" name="连接符: 肘形 116">
            <a:extLst>
              <a:ext uri="{FF2B5EF4-FFF2-40B4-BE49-F238E27FC236}">
                <a16:creationId xmlns:a16="http://schemas.microsoft.com/office/drawing/2014/main" id="{91A96212-9B67-90E8-973F-D8E4F6544E87}"/>
              </a:ext>
            </a:extLst>
          </p:cNvPr>
          <p:cNvCxnSpPr>
            <a:cxnSpLocks/>
            <a:stCxn id="8" idx="3"/>
            <a:endCxn id="45" idx="1"/>
          </p:cNvCxnSpPr>
          <p:nvPr/>
        </p:nvCxnSpPr>
        <p:spPr>
          <a:xfrm flipV="1">
            <a:off x="5197680" y="1473291"/>
            <a:ext cx="915301" cy="2190322"/>
          </a:xfrm>
          <a:prstGeom prst="bentConnector3">
            <a:avLst>
              <a:gd name="adj1" fmla="val 50000"/>
            </a:avLst>
          </a:prstGeom>
          <a:ln w="12700">
            <a:solidFill>
              <a:srgbClr val="5E7A52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18650354-93AA-FD98-E91F-A40AC1E9ECB0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5210039" y="4388815"/>
            <a:ext cx="898318" cy="6436"/>
          </a:xfrm>
          <a:prstGeom prst="straightConnector1">
            <a:avLst/>
          </a:prstGeom>
          <a:ln w="12700">
            <a:solidFill>
              <a:srgbClr val="340D68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69A5F8A5-299F-4067-8C2E-89126F1AC7A5}"/>
              </a:ext>
            </a:extLst>
          </p:cNvPr>
          <p:cNvCxnSpPr>
            <a:cxnSpLocks/>
          </p:cNvCxnSpPr>
          <p:nvPr/>
        </p:nvCxnSpPr>
        <p:spPr>
          <a:xfrm flipV="1">
            <a:off x="2182664" y="859996"/>
            <a:ext cx="2901559" cy="6532"/>
          </a:xfrm>
          <a:prstGeom prst="line">
            <a:avLst/>
          </a:prstGeom>
          <a:ln w="9525">
            <a:solidFill>
              <a:schemeClr val="accent1">
                <a:alpha val="5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矩形: 圆角 4">
            <a:extLst>
              <a:ext uri="{FF2B5EF4-FFF2-40B4-BE49-F238E27FC236}">
                <a16:creationId xmlns:a16="http://schemas.microsoft.com/office/drawing/2014/main" id="{EE186BAE-B82A-16B6-EC88-B0BD3AE28647}"/>
              </a:ext>
            </a:extLst>
          </p:cNvPr>
          <p:cNvSpPr/>
          <p:nvPr/>
        </p:nvSpPr>
        <p:spPr>
          <a:xfrm>
            <a:off x="2202270" y="1627533"/>
            <a:ext cx="2895554" cy="461665"/>
          </a:xfrm>
          <a:prstGeom prst="roundRect">
            <a:avLst>
              <a:gd name="adj" fmla="val 512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81D8FED-28EA-F8D0-9788-ACD20001E347}"/>
                  </a:ext>
                </a:extLst>
              </p:cNvPr>
              <p:cNvSpPr txBox="1"/>
              <p:nvPr/>
            </p:nvSpPr>
            <p:spPr>
              <a:xfrm>
                <a:off x="2202271" y="1602909"/>
                <a:ext cx="28874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zh-CN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Belief state</a:t>
                </a:r>
                <a:r>
                  <a:rPr lang="zh-CN" alt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b="1"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zh-CN" altLang="en-US" sz="1400" b="1"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zh-CN" altLang="en-US" sz="1400" b="1"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zh-CN" altLang="zh-CN" sz="1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posterior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00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Θ</m:t>
                    </m:r>
                  </m:oMath>
                </a14:m>
                <a:r>
                  <a:rPr lang="zh-CN" altLang="zh-CN" sz="1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(L4) · implicit (ICL)</a:t>
                </a:r>
                <a:endParaRPr lang="en-US" altLang="zh-CN" sz="1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B81D8FED-28EA-F8D0-9788-ACD20001E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271" y="1602909"/>
                <a:ext cx="2887496" cy="461665"/>
              </a:xfrm>
              <a:prstGeom prst="rect">
                <a:avLst/>
              </a:prstGeom>
              <a:blipFill>
                <a:blip r:embed="rId18"/>
                <a:stretch>
                  <a:fillRect t="-2703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: 圆角 4">
            <a:extLst>
              <a:ext uri="{FF2B5EF4-FFF2-40B4-BE49-F238E27FC236}">
                <a16:creationId xmlns:a16="http://schemas.microsoft.com/office/drawing/2014/main" id="{A158B95A-7FE4-8FED-84F5-0584CD3DFE6C}"/>
              </a:ext>
            </a:extLst>
          </p:cNvPr>
          <p:cNvSpPr/>
          <p:nvPr/>
        </p:nvSpPr>
        <p:spPr>
          <a:xfrm>
            <a:off x="2206672" y="2208891"/>
            <a:ext cx="2895554" cy="461665"/>
          </a:xfrm>
          <a:prstGeom prst="roundRect">
            <a:avLst>
              <a:gd name="adj" fmla="val 512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A012F90C-C806-5402-A9E0-E73BAB8A383A}"/>
                  </a:ext>
                </a:extLst>
              </p:cNvPr>
              <p:cNvSpPr txBox="1"/>
              <p:nvPr/>
            </p:nvSpPr>
            <p:spPr>
              <a:xfrm>
                <a:off x="2206673" y="2184267"/>
                <a:ext cx="28874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zh-CN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Re-planning</a:t>
                </a:r>
                <a:r>
                  <a:rPr lang="zh-CN" alt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1400" b="1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Φ</m:t>
                    </m:r>
                  </m:oMath>
                </a14:m>
                <a:endParaRPr lang="en-US" altLang="zh-CN" sz="1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zh-CN" altLang="zh-CN" sz="1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belief update: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1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zh-CN" sz="1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zh-CN" sz="1000" i="1"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zh-CN" altLang="zh-CN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1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zh-CN" sz="1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zh-CN" sz="1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sz="10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A012F90C-C806-5402-A9E0-E73BAB8A3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673" y="2184267"/>
                <a:ext cx="2887496" cy="461665"/>
              </a:xfrm>
              <a:prstGeom prst="rect">
                <a:avLst/>
              </a:prstGeom>
              <a:blipFill>
                <a:blip r:embed="rId19"/>
                <a:stretch>
                  <a:fillRect t="-2632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796168C8-3277-73A7-378E-701D7D80D2FD}"/>
              </a:ext>
            </a:extLst>
          </p:cNvPr>
          <p:cNvCxnSpPr>
            <a:cxnSpLocks/>
          </p:cNvCxnSpPr>
          <p:nvPr/>
        </p:nvCxnSpPr>
        <p:spPr>
          <a:xfrm>
            <a:off x="6250254" y="3515074"/>
            <a:ext cx="3019908" cy="0"/>
          </a:xfrm>
          <a:prstGeom prst="line">
            <a:avLst/>
          </a:prstGeom>
          <a:ln w="12700">
            <a:solidFill>
              <a:srgbClr val="340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矩形: 圆角 94">
            <a:extLst>
              <a:ext uri="{FF2B5EF4-FFF2-40B4-BE49-F238E27FC236}">
                <a16:creationId xmlns:a16="http://schemas.microsoft.com/office/drawing/2014/main" id="{F5DBF5A0-9778-2C66-1364-B386074AA072}"/>
              </a:ext>
            </a:extLst>
          </p:cNvPr>
          <p:cNvSpPr/>
          <p:nvPr/>
        </p:nvSpPr>
        <p:spPr>
          <a:xfrm>
            <a:off x="6256997" y="3885042"/>
            <a:ext cx="3019908" cy="255022"/>
          </a:xfrm>
          <a:prstGeom prst="roundRect">
            <a:avLst>
              <a:gd name="adj" fmla="val 3542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325C1728-5D0E-9962-5E73-7929350F1213}"/>
              </a:ext>
            </a:extLst>
          </p:cNvPr>
          <p:cNvSpPr txBox="1"/>
          <p:nvPr/>
        </p:nvSpPr>
        <p:spPr>
          <a:xfrm>
            <a:off x="6250255" y="3880786"/>
            <a:ext cx="301990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50" dirty="0">
                <a:latin typeface="Calibri" panose="020F0502020204030204" pitchFamily="34" charset="0"/>
                <a:cs typeface="Calibri" panose="020F0502020204030204" pitchFamily="34" charset="0"/>
              </a:rPr>
              <a:t>SKILL — Cadence Virtuoso</a:t>
            </a:r>
            <a:endParaRPr lang="zh-CN" alt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9" name="图形 118" descr="莫尔斯电码 纯色填充">
            <a:extLst>
              <a:ext uri="{FF2B5EF4-FFF2-40B4-BE49-F238E27FC236}">
                <a16:creationId xmlns:a16="http://schemas.microsoft.com/office/drawing/2014/main" id="{E69C45B3-0C23-28B3-FB95-B353DE9912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43082" y="3869612"/>
            <a:ext cx="305507" cy="305507"/>
          </a:xfrm>
          <a:prstGeom prst="rect">
            <a:avLst/>
          </a:prstGeom>
        </p:spPr>
      </p:pic>
      <p:cxnSp>
        <p:nvCxnSpPr>
          <p:cNvPr id="129" name="直线连接符 128">
            <a:extLst>
              <a:ext uri="{FF2B5EF4-FFF2-40B4-BE49-F238E27FC236}">
                <a16:creationId xmlns:a16="http://schemas.microsoft.com/office/drawing/2014/main" id="{14E26F64-23FE-E451-1903-2F5A4D1B894A}"/>
              </a:ext>
            </a:extLst>
          </p:cNvPr>
          <p:cNvCxnSpPr>
            <a:cxnSpLocks/>
          </p:cNvCxnSpPr>
          <p:nvPr/>
        </p:nvCxnSpPr>
        <p:spPr>
          <a:xfrm>
            <a:off x="6205228" y="870777"/>
            <a:ext cx="2915317" cy="0"/>
          </a:xfrm>
          <a:prstGeom prst="line">
            <a:avLst/>
          </a:prstGeom>
          <a:ln w="12700">
            <a:solidFill>
              <a:srgbClr val="264D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0A78907A-C2D7-01FF-5473-CC7D1C89CB1E}"/>
                  </a:ext>
                </a:extLst>
              </p:cNvPr>
              <p:cNvSpPr txBox="1"/>
              <p:nvPr/>
            </p:nvSpPr>
            <p:spPr>
              <a:xfrm>
                <a:off x="6108358" y="4476323"/>
                <a:ext cx="334924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zh-CN" sz="1000" dirty="0">
                    <a:solidFill>
                      <a:srgbClr val="340D6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deterministic transition</a:t>
                </a:r>
                <a14:m>
                  <m:oMath xmlns:m="http://schemas.openxmlformats.org/officeDocument/2006/math">
                    <m:r>
                      <a:rPr lang="zh-CN" altLang="en-US" sz="1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000" i="1" smtClean="0">
                        <a:solidFill>
                          <a:srgbClr val="340D68"/>
                        </a:solidFill>
                        <a:latin typeface="Cambria Math" panose="02040503050406030204" pitchFamily="18" charset="0"/>
                      </a:rPr>
                      <m:t>𝒯</m:t>
                    </m:r>
                    <m:r>
                      <a:rPr lang="zh-CN" altLang="en-US" sz="1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1000" dirty="0">
                    <a:solidFill>
                      <a:srgbClr val="340D6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(domain property)</a:t>
                </a:r>
                <a:endParaRPr lang="zh-CN" altLang="en-US" sz="1000" dirty="0">
                  <a:solidFill>
                    <a:srgbClr val="340D68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0A78907A-C2D7-01FF-5473-CC7D1C89C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358" y="4476323"/>
                <a:ext cx="3349242" cy="246221"/>
              </a:xfrm>
              <a:prstGeom prst="rect">
                <a:avLst/>
              </a:prstGeom>
              <a:blipFill>
                <a:blip r:embed="rId21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文本框 187">
            <a:extLst>
              <a:ext uri="{FF2B5EF4-FFF2-40B4-BE49-F238E27FC236}">
                <a16:creationId xmlns:a16="http://schemas.microsoft.com/office/drawing/2014/main" id="{06825642-257A-005D-4E61-6B3A8304FA1B}"/>
              </a:ext>
            </a:extLst>
          </p:cNvPr>
          <p:cNvSpPr txBox="1"/>
          <p:nvPr/>
        </p:nvSpPr>
        <p:spPr>
          <a:xfrm>
            <a:off x="9471000" y="2116977"/>
            <a:ext cx="7947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altLang="zh-CN" sz="1100" dirty="0">
                <a:solidFill>
                  <a:srgbClr val="A5966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enrich </a:t>
            </a:r>
            <a:endParaRPr lang="zh-CN" altLang="en-US" sz="1100" dirty="0">
              <a:solidFill>
                <a:srgbClr val="A5966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067DABF5-487C-4717-0B6A-5D03C5FFA9D6}"/>
              </a:ext>
            </a:extLst>
          </p:cNvPr>
          <p:cNvCxnSpPr>
            <a:stCxn id="7" idx="3"/>
          </p:cNvCxnSpPr>
          <p:nvPr/>
        </p:nvCxnSpPr>
        <p:spPr>
          <a:xfrm flipV="1">
            <a:off x="5191572" y="3309104"/>
            <a:ext cx="463758" cy="3199"/>
          </a:xfrm>
          <a:prstGeom prst="line">
            <a:avLst/>
          </a:prstGeom>
          <a:ln w="12700">
            <a:solidFill>
              <a:srgbClr val="5E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肘形连接符 194">
            <a:extLst>
              <a:ext uri="{FF2B5EF4-FFF2-40B4-BE49-F238E27FC236}">
                <a16:creationId xmlns:a16="http://schemas.microsoft.com/office/drawing/2014/main" id="{586D6916-5CD9-E165-3758-ABC8EABFA86D}"/>
              </a:ext>
            </a:extLst>
          </p:cNvPr>
          <p:cNvCxnSpPr>
            <a:stCxn id="26" idx="3"/>
          </p:cNvCxnSpPr>
          <p:nvPr/>
        </p:nvCxnSpPr>
        <p:spPr>
          <a:xfrm flipV="1">
            <a:off x="5200961" y="3663612"/>
            <a:ext cx="454369" cy="361535"/>
          </a:xfrm>
          <a:prstGeom prst="bentConnector3">
            <a:avLst>
              <a:gd name="adj1" fmla="val 99814"/>
            </a:avLst>
          </a:prstGeom>
          <a:ln w="12700">
            <a:solidFill>
              <a:srgbClr val="5E7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E1B756FF-E9D1-B16A-129B-74BE623FC9F7}"/>
              </a:ext>
            </a:extLst>
          </p:cNvPr>
          <p:cNvSpPr txBox="1"/>
          <p:nvPr/>
        </p:nvSpPr>
        <p:spPr>
          <a:xfrm>
            <a:off x="5307929" y="4385123"/>
            <a:ext cx="7947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solidFill>
                  <a:srgbClr val="340D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24392523-233E-69B1-1104-0B8FD6BAE6D3}"/>
                  </a:ext>
                </a:extLst>
              </p:cNvPr>
              <p:cNvSpPr txBox="1"/>
              <p:nvPr/>
            </p:nvSpPr>
            <p:spPr>
              <a:xfrm>
                <a:off x="5042942" y="5077922"/>
                <a:ext cx="143559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100">
                            <a:solidFill>
                              <a:srgbClr val="340D68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zh-CN" sz="1100">
                            <a:solidFill>
                              <a:srgbClr val="340D68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Ω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zh-CN" sz="1100">
                            <a:solidFill>
                              <a:srgbClr val="340D68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exec</m:t>
                        </m:r>
                      </m:sub>
                    </m:sSub>
                  </m:oMath>
                </a14:m>
                <a:r>
                  <a:rPr lang="zh-CN" altLang="zh-CN" sz="1100" dirty="0">
                    <a:solidFill>
                      <a:srgbClr val="340D6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 · fidelity </a:t>
                </a:r>
                <a14:m>
                  <m:oMath xmlns:m="http://schemas.openxmlformats.org/officeDocument/2006/math">
                    <m:r>
                      <a:rPr lang="zh-CN" altLang="zh-CN" sz="1100">
                        <a:solidFill>
                          <a:srgbClr val="340D68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𝜀</m:t>
                    </m:r>
                  </m:oMath>
                </a14:m>
                <a:endParaRPr lang="en-US" altLang="zh-CN" sz="1100" dirty="0">
                  <a:solidFill>
                    <a:srgbClr val="340D68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24392523-233E-69B1-1104-0B8FD6BAE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942" y="5077922"/>
                <a:ext cx="1435591" cy="261610"/>
              </a:xfrm>
              <a:prstGeom prst="rect">
                <a:avLst/>
              </a:prstGeom>
              <a:blipFill>
                <a:blip r:embed="rId2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1B652EFC-E27D-AB5D-4726-D6A5BE2B99DE}"/>
                  </a:ext>
                </a:extLst>
              </p:cNvPr>
              <p:cNvSpPr txBox="1"/>
              <p:nvPr/>
            </p:nvSpPr>
            <p:spPr>
              <a:xfrm>
                <a:off x="5251936" y="2618226"/>
                <a:ext cx="143559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zh-CN" sz="1100">
                              <a:solidFill>
                                <a:srgbClr val="5E7A52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zh-CN" sz="1100">
                              <a:solidFill>
                                <a:srgbClr val="5E7A52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100" b="0" i="0" smtClean="0">
                              <a:solidFill>
                                <a:srgbClr val="5E7A52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retrieval</m:t>
                          </m:r>
                        </m:sub>
                      </m:sSub>
                    </m:oMath>
                  </m:oMathPara>
                </a14:m>
                <a:endParaRPr lang="en-US" altLang="zh-CN" sz="1100" dirty="0">
                  <a:solidFill>
                    <a:srgbClr val="340D68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1B652EFC-E27D-AB5D-4726-D6A5BE2B9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36" y="2618226"/>
                <a:ext cx="1435591" cy="2616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7" name="肘形连接符 216">
            <a:extLst>
              <a:ext uri="{FF2B5EF4-FFF2-40B4-BE49-F238E27FC236}">
                <a16:creationId xmlns:a16="http://schemas.microsoft.com/office/drawing/2014/main" id="{AF509588-FC45-9E06-E9BC-C26F2F552F4C}"/>
              </a:ext>
            </a:extLst>
          </p:cNvPr>
          <p:cNvCxnSpPr>
            <a:cxnSpLocks/>
            <a:stCxn id="138" idx="2"/>
            <a:endCxn id="91" idx="0"/>
          </p:cNvCxnSpPr>
          <p:nvPr/>
        </p:nvCxnSpPr>
        <p:spPr>
          <a:xfrm rot="5400000">
            <a:off x="8625339" y="971167"/>
            <a:ext cx="1186334" cy="2916594"/>
          </a:xfrm>
          <a:prstGeom prst="bentConnector3">
            <a:avLst>
              <a:gd name="adj1" fmla="val 77812"/>
            </a:avLst>
          </a:prstGeom>
          <a:ln w="15875">
            <a:solidFill>
              <a:srgbClr val="A5956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文本框 220">
            <a:extLst>
              <a:ext uri="{FF2B5EF4-FFF2-40B4-BE49-F238E27FC236}">
                <a16:creationId xmlns:a16="http://schemas.microsoft.com/office/drawing/2014/main" id="{B0E8A4D9-4BCA-A407-41AA-7CEF47680A6A}"/>
              </a:ext>
            </a:extLst>
          </p:cNvPr>
          <p:cNvSpPr txBox="1"/>
          <p:nvPr/>
        </p:nvSpPr>
        <p:spPr>
          <a:xfrm>
            <a:off x="9582770" y="2720176"/>
            <a:ext cx="1040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100" dirty="0">
                <a:solidFill>
                  <a:srgbClr val="A5966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via run_code</a:t>
            </a:r>
            <a:r>
              <a:rPr lang="en-US" altLang="zh-CN" sz="1100" dirty="0">
                <a:solidFill>
                  <a:srgbClr val="A5966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CN" altLang="en-US" sz="1100" dirty="0">
              <a:solidFill>
                <a:srgbClr val="A5966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144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2871</TotalTime>
  <Words>233</Words>
  <Application>Microsoft Macintosh PowerPoint</Application>
  <PresentationFormat>自定义</PresentationFormat>
  <Paragraphs>44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Aptos</vt:lpstr>
      <vt:lpstr>Aptos Display</vt:lpstr>
      <vt:lpstr>Arial</vt:lpstr>
      <vt:lpstr>Calibri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xy c</dc:creator>
  <cp:lastModifiedBy>xy c</cp:lastModifiedBy>
  <cp:revision>16</cp:revision>
  <dcterms:created xsi:type="dcterms:W3CDTF">2026-06-23T18:20:56Z</dcterms:created>
  <dcterms:modified xsi:type="dcterms:W3CDTF">2026-10-28T16:24:12Z</dcterms:modified>
</cp:coreProperties>
</file>